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926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RED TEAM PLATFORM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Adversarial Security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AI-Assisted Healthcare Workflows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10972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defense — Week 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AgentForge Clinical Co-Pilot  ·  https://142-93-242-40.nip.io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1874520" cy="502920"/>
          </a:xfrm>
          <a:prstGeom prst="rect">
            <a:avLst/>
          </a:prstGeom>
          <a:solidFill>
            <a:srgbClr val="1B2A41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160520"/>
            <a:ext cx="54864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27939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4160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606040" y="4160520"/>
            <a:ext cx="1874520" cy="502920"/>
          </a:xfrm>
          <a:prstGeom prst="rect">
            <a:avLst/>
          </a:prstGeom>
          <a:solidFill>
            <a:srgbClr val="1B2A4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06040" y="416052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08" y="427939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54680" y="4160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663440" y="4160520"/>
            <a:ext cx="1874520" cy="502920"/>
          </a:xfrm>
          <a:prstGeom prst="rect">
            <a:avLst/>
          </a:prstGeom>
          <a:solidFill>
            <a:srgbClr val="1B2A41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63440" y="41605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427939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2080" y="4160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720840" y="4160520"/>
            <a:ext cx="1874520" cy="502920"/>
          </a:xfrm>
          <a:prstGeom prst="rect">
            <a:avLst/>
          </a:prstGeom>
          <a:solidFill>
            <a:srgbClr val="1B2A41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20840" y="4160520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427939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4160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agent can't generate and judge its own attacks.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test suite ages out the moment attackers adapt. A single agent that both attacks and evaluates has a conflict of interest by design.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03120"/>
            <a:ext cx="73152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210312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210312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47472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474720"/>
            <a:ext cx="73152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347472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3474720"/>
            <a:ext cx="73152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304288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70432" y="22585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13232" y="27249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+ mutate attacks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13232" y="29535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model. Less safety-aligned for offensive work.</a:t>
            </a:r>
            <a:endParaRPr lang="en-US" sz="1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230428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22392" y="22585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965192" y="27249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evaluation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965192" y="29535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provider. Never sees Red Team's hypothesis.</a:t>
            </a:r>
            <a:endParaRPr lang="en-US" sz="1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675888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70432" y="36301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713232" y="40965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+ cost control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13232" y="43251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state, picks targets, halts on no signal.</a:t>
            </a:r>
            <a:endParaRPr lang="en-US" sz="1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675888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22392" y="36301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4965192" y="40965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reports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965192" y="43251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Auto-files low/med. High &amp; critical → human review.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Defense  ·  AgentForge W3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agents, separated by incentive and trust level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417320"/>
            <a:ext cx="2743200" cy="6858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4992" y="160020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49040" y="14721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749040" y="1709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Co-Pilot (read-only)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2331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423160"/>
            <a:ext cx="233172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6243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128" y="25694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Agent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24128" y="2807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/ mutate attacks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0" y="2423160"/>
            <a:ext cx="2331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2423160"/>
            <a:ext cx="23317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6243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67728" y="25694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967728" y="2807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verdict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566160"/>
            <a:ext cx="2331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566160"/>
            <a:ext cx="23317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76732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4128" y="37124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024128" y="3950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+ cost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0" y="3566160"/>
            <a:ext cx="2331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0" y="3566160"/>
            <a:ext cx="23317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376732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67728" y="37124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967728" y="3950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reports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200400" y="3566160"/>
            <a:ext cx="27432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30" name="Text 23"/>
          <p:cNvSpPr/>
          <p:nvPr/>
        </p:nvSpPr>
        <p:spPr>
          <a:xfrm>
            <a:off x="32004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Harness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320040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confirmed exploit becomes a replayable test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2788920" y="2811780"/>
            <a:ext cx="411480" cy="-105156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33" name="Text 26"/>
          <p:cNvSpPr/>
          <p:nvPr/>
        </p:nvSpPr>
        <p:spPr>
          <a:xfrm>
            <a:off x="2834640" y="2377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943600" y="1760220"/>
            <a:ext cx="457200" cy="10515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35" name="Text 28"/>
          <p:cNvSpPr/>
          <p:nvPr/>
        </p:nvSpPr>
        <p:spPr>
          <a:xfrm>
            <a:off x="6016752" y="1371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400800" y="3006090"/>
            <a:ext cx="-3611880" cy="948690"/>
          </a:xfrm>
          <a:prstGeom prst="line">
            <a:avLst/>
          </a:prstGeom>
          <a:noFill/>
          <a:ln w="19050">
            <a:solidFill>
              <a:srgbClr val="D97706"/>
            </a:solidFill>
            <a:prstDash val="dash"/>
            <a:tailEnd type="triangle"/>
          </a:ln>
        </p:spPr>
      </p:sp>
      <p:sp>
        <p:nvSpPr>
          <p:cNvPr id="37" name="Text 30"/>
          <p:cNvSpPr/>
          <p:nvPr/>
        </p:nvSpPr>
        <p:spPr>
          <a:xfrm>
            <a:off x="3200400" y="3017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+ coverage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7566660" y="3200400"/>
            <a:ext cx="0" cy="36576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9" name="Text 32"/>
          <p:cNvSpPr/>
          <p:nvPr/>
        </p:nvSpPr>
        <p:spPr>
          <a:xfrm>
            <a:off x="7612380" y="32186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6400800" y="3954780"/>
            <a:ext cx="-4572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41" name="Shape 34"/>
          <p:cNvSpPr/>
          <p:nvPr/>
        </p:nvSpPr>
        <p:spPr>
          <a:xfrm>
            <a:off x="1623060" y="3566160"/>
            <a:ext cx="0" cy="-36576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42" name="Text 35"/>
          <p:cNvSpPr/>
          <p:nvPr/>
        </p:nvSpPr>
        <p:spPr>
          <a:xfrm>
            <a:off x="1668780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target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 ·  Langfuse traces  ·  per-agent cost  ·  coverage map  ·  read API for Orchestrator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LOAD-BEARING DECISIONS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commitments everything else hangs from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1417320" y="1490472"/>
            <a:ext cx="27432" cy="8595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463040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between attack &amp; evaluation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856232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and Judge run on different model providers. Judge never sees Red Team's hypothesis. A combined agent is biased by construction — the PRD names this; we treat it as a constraint, not a suggestion.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1417320" y="2587752"/>
            <a:ext cx="27432" cy="859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2560320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model for the right job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953512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uses open-weight Llama-class via OpenRouter — frontier safety training is an obstacle for offensive work. Judge uses Claude Sonnet for nuanced evaluation. Orchestrator can be deterministic; reasoning is over state, not language.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14" name="Shape 12"/>
          <p:cNvSpPr/>
          <p:nvPr/>
        </p:nvSpPr>
        <p:spPr>
          <a:xfrm>
            <a:off x="1417320" y="3685032"/>
            <a:ext cx="27432" cy="8595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3657600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Regression-first evaluation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4050792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confirmed exploit becomes a versioned, replayable test. Judge distinguishes 'fixed' from 'behavior changed in a way that hides the bug.' Cross-category regression on every fix.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Defense  ·  AgentForge W3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Frontier safety training is an obstacle when you're attacking.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 are the architectural decision. Model IDs are tactical — env-var configurable, ranked fallback on OpenRouter.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329184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916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916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00600" y="16916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93976"/>
            <a:ext cx="82296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93976"/>
            <a:ext cx="91440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9397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65960" y="209397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WhiteRabbit-Neo / Dolphin / Qwen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09397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Permissive safety posture for offensive work. Security-purpose-built or community-vetted. Llama is last-resort fallback.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82296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34056"/>
            <a:ext cx="9144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3405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273405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 (via OpenRouter)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734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nuance for pass / fail / partial / uncertain. Cross-provider independence from Red Team.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74136"/>
            <a:ext cx="82296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74136"/>
            <a:ext cx="9144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7413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65960" y="337413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rules  (MVP)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337413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routing + cost guards don't need an LLM. Haiku augmentation deferred to Phase 2.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14216"/>
            <a:ext cx="82296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014216"/>
            <a:ext cx="9144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01421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965960" y="401421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 (via OpenRouter)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401421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quality matters. Volume bounded by FAIL count; Haiku fallback.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Defense  ·  AgentForge W3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BOUNDARIES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platform stops and asks a human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996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984248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generating in approved categories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verdicts above confidence threshold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picking next target from list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Auto-filing low &amp; medium severity reports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suite running on every target SHA change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417320"/>
            <a:ext cx="40233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49961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HUMAN-GATED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92040" y="1984248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&amp; critical severity vulnerability reports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verdicts below confidence threshold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ceiling hit — halt + resumption decision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regression spikes (fix in X breaks Y)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attack output classified as targeting the platform itself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Defense  ·  AgentForge W3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SCOPE — TUESDAY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Narrow &amp; deep beats wide &amp; shallow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vertical slice end-to-end across three highest-risk attack categories.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558138" cy="6858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1466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+ Mutate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1466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5338" y="2034540"/>
            <a:ext cx="109728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25066" y="1691640"/>
            <a:ext cx="1558138" cy="6858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0786" y="1783080"/>
            <a:ext cx="1466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live target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70786" y="2057400"/>
            <a:ext cx="1466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POST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83203" y="2034540"/>
            <a:ext cx="109728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92931" y="1691640"/>
            <a:ext cx="1558138" cy="6858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8651" y="1783080"/>
            <a:ext cx="1466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verdict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38651" y="2057400"/>
            <a:ext cx="1466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/ partial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51069" y="2034540"/>
            <a:ext cx="109728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60797" y="1691640"/>
            <a:ext cx="1558138" cy="6858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06517" y="1783080"/>
            <a:ext cx="1466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exploit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06517" y="2057400"/>
            <a:ext cx="1466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YAML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18934" y="2034540"/>
            <a:ext cx="109728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28662" y="1691640"/>
            <a:ext cx="1558138" cy="6858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4382" y="1783080"/>
            <a:ext cx="1466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vuln report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74382" y="2057400"/>
            <a:ext cx="1466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VULN-001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651760"/>
            <a:ext cx="493776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743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highest-risk categories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318211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Cross-patient PHI leakage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31920" y="3108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LLM02 + ASI03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3639312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(direct + doc)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0" y="3566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+ ASI06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" y="409651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consumption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931920" y="4023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 + ASI02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77840" y="2651760"/>
            <a:ext cx="3108960" cy="1920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816352"/>
            <a:ext cx="274320" cy="27432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6035040" y="2788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PLATFORM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715000" y="3182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Re-discover C-7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5715000" y="3566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known HIGH-severity finding from W2 (cross-patient paraphrased PHI leakage).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71500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platform reproduces it autonomously → it works. Then we chase the novel ones.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926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defend in front of a hospital CISO.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Anchored on frameworks they already speak — not invented taxonomy.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85266" y="2743200"/>
            <a:ext cx="1517904" cy="411480"/>
          </a:xfrm>
          <a:prstGeom prst="rect">
            <a:avLst/>
          </a:prstGeom>
          <a:solidFill>
            <a:srgbClr val="1B2A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266" y="274320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12898" y="2743200"/>
            <a:ext cx="1517904" cy="411480"/>
          </a:xfrm>
          <a:prstGeom prst="rect">
            <a:avLst/>
          </a:prstGeom>
          <a:solidFill>
            <a:srgbClr val="1B2A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12898" y="274320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ASI Top 10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40530" y="2743200"/>
            <a:ext cx="1129284" cy="411480"/>
          </a:xfrm>
          <a:prstGeom prst="rect">
            <a:avLst/>
          </a:prstGeom>
          <a:solidFill>
            <a:srgbClr val="1B2A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40530" y="2743200"/>
            <a:ext cx="112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ATLAS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79542" y="2743200"/>
            <a:ext cx="1129284" cy="411480"/>
          </a:xfrm>
          <a:prstGeom prst="rect">
            <a:avLst/>
          </a:prstGeom>
          <a:solidFill>
            <a:srgbClr val="1B2A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79542" y="2743200"/>
            <a:ext cx="112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18554" y="2743200"/>
            <a:ext cx="1440180" cy="411480"/>
          </a:xfrm>
          <a:prstGeom prst="rect">
            <a:avLst/>
          </a:prstGeom>
          <a:solidFill>
            <a:srgbClr val="1B2A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8554" y="2743200"/>
            <a:ext cx="1440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AI Strategy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10972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Independence. Bounded autonomy. Regression-first. Built on real W2 assets.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 https://142-93-242-40.nip.io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Red Team Platform — Architecture Defense</dc:title>
  <dc:subject>PptxGenJS Presentation</dc:subject>
  <dc:creator>AgentForge / Week 3</dc:creator>
  <cp:lastModifiedBy>AgentForge / Week 3</cp:lastModifiedBy>
  <cp:revision>1</cp:revision>
  <dcterms:created xsi:type="dcterms:W3CDTF">2026-05-11T19:56:33Z</dcterms:created>
  <dcterms:modified xsi:type="dcterms:W3CDTF">2026-05-11T19:56:33Z</dcterms:modified>
</cp:coreProperties>
</file>